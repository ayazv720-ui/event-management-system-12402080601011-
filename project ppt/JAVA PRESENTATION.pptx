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8" r:id="rId11"/>
    <p:sldId id="267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5A9DF9-7A02-4D9F-95F6-124512E8F229}" v="22" dt="2026-04-01T19:03:26.8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az vhora" userId="867e2fc2fea27aef" providerId="LiveId" clId="{02A1DB09-7543-479C-8A01-BE1E95528612}"/>
    <pc:docChg chg="modSld">
      <pc:chgData name="ayaz vhora" userId="867e2fc2fea27aef" providerId="LiveId" clId="{02A1DB09-7543-479C-8A01-BE1E95528612}" dt="2026-04-01T19:03:26.877" v="21"/>
      <pc:docMkLst>
        <pc:docMk/>
      </pc:docMkLst>
      <pc:sldChg chg="addSp modSp">
        <pc:chgData name="ayaz vhora" userId="867e2fc2fea27aef" providerId="LiveId" clId="{02A1DB09-7543-479C-8A01-BE1E95528612}" dt="2026-04-01T19:02:45.307" v="11"/>
        <pc:sldMkLst>
          <pc:docMk/>
          <pc:sldMk cId="3481233317" sldId="257"/>
        </pc:sldMkLst>
        <pc:spChg chg="add mod">
          <ac:chgData name="ayaz vhora" userId="867e2fc2fea27aef" providerId="LiveId" clId="{02A1DB09-7543-479C-8A01-BE1E95528612}" dt="2026-04-01T19:01:36.283" v="0"/>
          <ac:spMkLst>
            <pc:docMk/>
            <pc:sldMk cId="3481233317" sldId="257"/>
            <ac:spMk id="4" creationId="{E3B7720E-D0EF-8774-F456-21A9FD9DC13E}"/>
          </ac:spMkLst>
        </pc:spChg>
        <pc:spChg chg="add mod">
          <ac:chgData name="ayaz vhora" userId="867e2fc2fea27aef" providerId="LiveId" clId="{02A1DB09-7543-479C-8A01-BE1E95528612}" dt="2026-04-01T19:02:45.307" v="11"/>
          <ac:spMkLst>
            <pc:docMk/>
            <pc:sldMk cId="3481233317" sldId="257"/>
            <ac:spMk id="5" creationId="{A54C504A-AA6C-812A-0882-11D0B7E1F520}"/>
          </ac:spMkLst>
        </pc:spChg>
      </pc:sldChg>
      <pc:sldChg chg="addSp modSp">
        <pc:chgData name="ayaz vhora" userId="867e2fc2fea27aef" providerId="LiveId" clId="{02A1DB09-7543-479C-8A01-BE1E95528612}" dt="2026-04-01T19:02:50.106" v="12"/>
        <pc:sldMkLst>
          <pc:docMk/>
          <pc:sldMk cId="1389733020" sldId="258"/>
        </pc:sldMkLst>
        <pc:spChg chg="add mod">
          <ac:chgData name="ayaz vhora" userId="867e2fc2fea27aef" providerId="LiveId" clId="{02A1DB09-7543-479C-8A01-BE1E95528612}" dt="2026-04-01T19:01:41.680" v="1"/>
          <ac:spMkLst>
            <pc:docMk/>
            <pc:sldMk cId="1389733020" sldId="258"/>
            <ac:spMk id="4" creationId="{6D0C05AE-E038-9DA9-103A-2477CDE62072}"/>
          </ac:spMkLst>
        </pc:spChg>
        <pc:spChg chg="add mod">
          <ac:chgData name="ayaz vhora" userId="867e2fc2fea27aef" providerId="LiveId" clId="{02A1DB09-7543-479C-8A01-BE1E95528612}" dt="2026-04-01T19:02:50.106" v="12"/>
          <ac:spMkLst>
            <pc:docMk/>
            <pc:sldMk cId="1389733020" sldId="258"/>
            <ac:spMk id="5" creationId="{8DDBC177-8930-CC42-637B-56F298EB227B}"/>
          </ac:spMkLst>
        </pc:spChg>
      </pc:sldChg>
      <pc:sldChg chg="addSp modSp">
        <pc:chgData name="ayaz vhora" userId="867e2fc2fea27aef" providerId="LiveId" clId="{02A1DB09-7543-479C-8A01-BE1E95528612}" dt="2026-04-01T19:02:53.518" v="13"/>
        <pc:sldMkLst>
          <pc:docMk/>
          <pc:sldMk cId="3055981383" sldId="259"/>
        </pc:sldMkLst>
        <pc:spChg chg="add mod">
          <ac:chgData name="ayaz vhora" userId="867e2fc2fea27aef" providerId="LiveId" clId="{02A1DB09-7543-479C-8A01-BE1E95528612}" dt="2026-04-01T19:01:47.555" v="2"/>
          <ac:spMkLst>
            <pc:docMk/>
            <pc:sldMk cId="3055981383" sldId="259"/>
            <ac:spMk id="4" creationId="{F5B003ED-B539-DD15-4B11-53FBF12FE834}"/>
          </ac:spMkLst>
        </pc:spChg>
        <pc:spChg chg="add mod">
          <ac:chgData name="ayaz vhora" userId="867e2fc2fea27aef" providerId="LiveId" clId="{02A1DB09-7543-479C-8A01-BE1E95528612}" dt="2026-04-01T19:02:53.518" v="13"/>
          <ac:spMkLst>
            <pc:docMk/>
            <pc:sldMk cId="3055981383" sldId="259"/>
            <ac:spMk id="5" creationId="{572BB8D6-EAF8-0760-E9BE-D6616E64F5E4}"/>
          </ac:spMkLst>
        </pc:spChg>
      </pc:sldChg>
      <pc:sldChg chg="addSp modSp">
        <pc:chgData name="ayaz vhora" userId="867e2fc2fea27aef" providerId="LiveId" clId="{02A1DB09-7543-479C-8A01-BE1E95528612}" dt="2026-04-01T19:02:56.524" v="14"/>
        <pc:sldMkLst>
          <pc:docMk/>
          <pc:sldMk cId="2502643399" sldId="260"/>
        </pc:sldMkLst>
        <pc:spChg chg="add mod">
          <ac:chgData name="ayaz vhora" userId="867e2fc2fea27aef" providerId="LiveId" clId="{02A1DB09-7543-479C-8A01-BE1E95528612}" dt="2026-04-01T19:01:51.255" v="3"/>
          <ac:spMkLst>
            <pc:docMk/>
            <pc:sldMk cId="2502643399" sldId="260"/>
            <ac:spMk id="4" creationId="{56CFD9DD-B49C-F068-24D4-ACAE8AC7D02D}"/>
          </ac:spMkLst>
        </pc:spChg>
        <pc:spChg chg="add mod">
          <ac:chgData name="ayaz vhora" userId="867e2fc2fea27aef" providerId="LiveId" clId="{02A1DB09-7543-479C-8A01-BE1E95528612}" dt="2026-04-01T19:02:56.524" v="14"/>
          <ac:spMkLst>
            <pc:docMk/>
            <pc:sldMk cId="2502643399" sldId="260"/>
            <ac:spMk id="5" creationId="{84957D5B-2DA3-D229-FA5F-8D1E1B8FEBB8}"/>
          </ac:spMkLst>
        </pc:spChg>
      </pc:sldChg>
      <pc:sldChg chg="addSp modSp">
        <pc:chgData name="ayaz vhora" userId="867e2fc2fea27aef" providerId="LiveId" clId="{02A1DB09-7543-479C-8A01-BE1E95528612}" dt="2026-04-01T19:03:00.058" v="15"/>
        <pc:sldMkLst>
          <pc:docMk/>
          <pc:sldMk cId="2764675413" sldId="261"/>
        </pc:sldMkLst>
        <pc:spChg chg="add mod">
          <ac:chgData name="ayaz vhora" userId="867e2fc2fea27aef" providerId="LiveId" clId="{02A1DB09-7543-479C-8A01-BE1E95528612}" dt="2026-04-01T19:01:56.210" v="4"/>
          <ac:spMkLst>
            <pc:docMk/>
            <pc:sldMk cId="2764675413" sldId="261"/>
            <ac:spMk id="5" creationId="{D12F4EE0-0A72-78A1-6D44-188A67304188}"/>
          </ac:spMkLst>
        </pc:spChg>
        <pc:spChg chg="add mod">
          <ac:chgData name="ayaz vhora" userId="867e2fc2fea27aef" providerId="LiveId" clId="{02A1DB09-7543-479C-8A01-BE1E95528612}" dt="2026-04-01T19:03:00.058" v="15"/>
          <ac:spMkLst>
            <pc:docMk/>
            <pc:sldMk cId="2764675413" sldId="261"/>
            <ac:spMk id="6" creationId="{5529BA5C-6157-B487-D59F-0D26B7C2B60F}"/>
          </ac:spMkLst>
        </pc:spChg>
      </pc:sldChg>
      <pc:sldChg chg="addSp modSp">
        <pc:chgData name="ayaz vhora" userId="867e2fc2fea27aef" providerId="LiveId" clId="{02A1DB09-7543-479C-8A01-BE1E95528612}" dt="2026-04-01T19:03:05.479" v="16"/>
        <pc:sldMkLst>
          <pc:docMk/>
          <pc:sldMk cId="3270993032" sldId="262"/>
        </pc:sldMkLst>
        <pc:spChg chg="add mod">
          <ac:chgData name="ayaz vhora" userId="867e2fc2fea27aef" providerId="LiveId" clId="{02A1DB09-7543-479C-8A01-BE1E95528612}" dt="2026-04-01T19:01:58.948" v="5"/>
          <ac:spMkLst>
            <pc:docMk/>
            <pc:sldMk cId="3270993032" sldId="262"/>
            <ac:spMk id="4" creationId="{0CE3B7BF-1E56-EED8-3F0A-D1C722FF1ADB}"/>
          </ac:spMkLst>
        </pc:spChg>
        <pc:spChg chg="add mod">
          <ac:chgData name="ayaz vhora" userId="867e2fc2fea27aef" providerId="LiveId" clId="{02A1DB09-7543-479C-8A01-BE1E95528612}" dt="2026-04-01T19:03:05.479" v="16"/>
          <ac:spMkLst>
            <pc:docMk/>
            <pc:sldMk cId="3270993032" sldId="262"/>
            <ac:spMk id="5" creationId="{2CBF2F42-EDAB-37EB-5AA6-B2A3A078E0CE}"/>
          </ac:spMkLst>
        </pc:spChg>
      </pc:sldChg>
      <pc:sldChg chg="addSp modSp">
        <pc:chgData name="ayaz vhora" userId="867e2fc2fea27aef" providerId="LiveId" clId="{02A1DB09-7543-479C-8A01-BE1E95528612}" dt="2026-04-01T19:03:09.247" v="17"/>
        <pc:sldMkLst>
          <pc:docMk/>
          <pc:sldMk cId="3112735558" sldId="263"/>
        </pc:sldMkLst>
        <pc:spChg chg="add mod">
          <ac:chgData name="ayaz vhora" userId="867e2fc2fea27aef" providerId="LiveId" clId="{02A1DB09-7543-479C-8A01-BE1E95528612}" dt="2026-04-01T19:02:05.556" v="6"/>
          <ac:spMkLst>
            <pc:docMk/>
            <pc:sldMk cId="3112735558" sldId="263"/>
            <ac:spMk id="5" creationId="{AD452268-2146-108E-DC56-D10366CC1604}"/>
          </ac:spMkLst>
        </pc:spChg>
        <pc:spChg chg="add mod">
          <ac:chgData name="ayaz vhora" userId="867e2fc2fea27aef" providerId="LiveId" clId="{02A1DB09-7543-479C-8A01-BE1E95528612}" dt="2026-04-01T19:03:09.247" v="17"/>
          <ac:spMkLst>
            <pc:docMk/>
            <pc:sldMk cId="3112735558" sldId="263"/>
            <ac:spMk id="6" creationId="{E8DD4A21-3E38-BE5D-A3BE-D6D03342D951}"/>
          </ac:spMkLst>
        </pc:spChg>
      </pc:sldChg>
      <pc:sldChg chg="addSp modSp">
        <pc:chgData name="ayaz vhora" userId="867e2fc2fea27aef" providerId="LiveId" clId="{02A1DB09-7543-479C-8A01-BE1E95528612}" dt="2026-04-01T19:03:13.984" v="18"/>
        <pc:sldMkLst>
          <pc:docMk/>
          <pc:sldMk cId="3057739428" sldId="264"/>
        </pc:sldMkLst>
        <pc:spChg chg="add mod">
          <ac:chgData name="ayaz vhora" userId="867e2fc2fea27aef" providerId="LiveId" clId="{02A1DB09-7543-479C-8A01-BE1E95528612}" dt="2026-04-01T19:02:11.850" v="7"/>
          <ac:spMkLst>
            <pc:docMk/>
            <pc:sldMk cId="3057739428" sldId="264"/>
            <ac:spMk id="5" creationId="{F5F69C71-5F77-4980-8A66-E66DD94BBEAA}"/>
          </ac:spMkLst>
        </pc:spChg>
        <pc:spChg chg="add mod">
          <ac:chgData name="ayaz vhora" userId="867e2fc2fea27aef" providerId="LiveId" clId="{02A1DB09-7543-479C-8A01-BE1E95528612}" dt="2026-04-01T19:03:13.984" v="18"/>
          <ac:spMkLst>
            <pc:docMk/>
            <pc:sldMk cId="3057739428" sldId="264"/>
            <ac:spMk id="6" creationId="{80B585CA-0850-A7E7-9840-6821A1F88ECF}"/>
          </ac:spMkLst>
        </pc:spChg>
      </pc:sldChg>
      <pc:sldChg chg="addSp modSp">
        <pc:chgData name="ayaz vhora" userId="867e2fc2fea27aef" providerId="LiveId" clId="{02A1DB09-7543-479C-8A01-BE1E95528612}" dt="2026-04-01T19:03:18.067" v="19"/>
        <pc:sldMkLst>
          <pc:docMk/>
          <pc:sldMk cId="1073122351" sldId="266"/>
        </pc:sldMkLst>
        <pc:spChg chg="add mod">
          <ac:chgData name="ayaz vhora" userId="867e2fc2fea27aef" providerId="LiveId" clId="{02A1DB09-7543-479C-8A01-BE1E95528612}" dt="2026-04-01T19:02:15.547" v="8"/>
          <ac:spMkLst>
            <pc:docMk/>
            <pc:sldMk cId="1073122351" sldId="266"/>
            <ac:spMk id="4" creationId="{8B5F6200-7DA4-E2F7-5026-8BA7AB9553A1}"/>
          </ac:spMkLst>
        </pc:spChg>
        <pc:spChg chg="add mod">
          <ac:chgData name="ayaz vhora" userId="867e2fc2fea27aef" providerId="LiveId" clId="{02A1DB09-7543-479C-8A01-BE1E95528612}" dt="2026-04-01T19:03:18.067" v="19"/>
          <ac:spMkLst>
            <pc:docMk/>
            <pc:sldMk cId="1073122351" sldId="266"/>
            <ac:spMk id="5" creationId="{55157C88-7969-47EB-B06E-E628C12A7204}"/>
          </ac:spMkLst>
        </pc:spChg>
      </pc:sldChg>
      <pc:sldChg chg="addSp modSp">
        <pc:chgData name="ayaz vhora" userId="867e2fc2fea27aef" providerId="LiveId" clId="{02A1DB09-7543-479C-8A01-BE1E95528612}" dt="2026-04-01T19:03:26.877" v="21"/>
        <pc:sldMkLst>
          <pc:docMk/>
          <pc:sldMk cId="4226776860" sldId="267"/>
        </pc:sldMkLst>
        <pc:spChg chg="add mod">
          <ac:chgData name="ayaz vhora" userId="867e2fc2fea27aef" providerId="LiveId" clId="{02A1DB09-7543-479C-8A01-BE1E95528612}" dt="2026-04-01T19:02:25.064" v="10"/>
          <ac:spMkLst>
            <pc:docMk/>
            <pc:sldMk cId="4226776860" sldId="267"/>
            <ac:spMk id="4" creationId="{7B7DF9A9-9CBF-D83D-804B-CAAE8479A76A}"/>
          </ac:spMkLst>
        </pc:spChg>
        <pc:spChg chg="add mod">
          <ac:chgData name="ayaz vhora" userId="867e2fc2fea27aef" providerId="LiveId" clId="{02A1DB09-7543-479C-8A01-BE1E95528612}" dt="2026-04-01T19:03:26.877" v="21"/>
          <ac:spMkLst>
            <pc:docMk/>
            <pc:sldMk cId="4226776860" sldId="267"/>
            <ac:spMk id="5" creationId="{83AF973B-DA80-218B-FAAD-DAD4850F98FF}"/>
          </ac:spMkLst>
        </pc:spChg>
      </pc:sldChg>
      <pc:sldChg chg="addSp modSp">
        <pc:chgData name="ayaz vhora" userId="867e2fc2fea27aef" providerId="LiveId" clId="{02A1DB09-7543-479C-8A01-BE1E95528612}" dt="2026-04-01T19:03:23.008" v="20"/>
        <pc:sldMkLst>
          <pc:docMk/>
          <pc:sldMk cId="3001818020" sldId="268"/>
        </pc:sldMkLst>
        <pc:spChg chg="add mod">
          <ac:chgData name="ayaz vhora" userId="867e2fc2fea27aef" providerId="LiveId" clId="{02A1DB09-7543-479C-8A01-BE1E95528612}" dt="2026-04-01T19:02:21.213" v="9"/>
          <ac:spMkLst>
            <pc:docMk/>
            <pc:sldMk cId="3001818020" sldId="268"/>
            <ac:spMk id="4" creationId="{C7BD68DA-63E3-884D-51D2-8F0F582202AC}"/>
          </ac:spMkLst>
        </pc:spChg>
        <pc:spChg chg="add mod">
          <ac:chgData name="ayaz vhora" userId="867e2fc2fea27aef" providerId="LiveId" clId="{02A1DB09-7543-479C-8A01-BE1E95528612}" dt="2026-04-01T19:03:23.008" v="20"/>
          <ac:spMkLst>
            <pc:docMk/>
            <pc:sldMk cId="3001818020" sldId="268"/>
            <ac:spMk id="5" creationId="{93B767F5-8F60-EE1D-431F-7537F818EE5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2062C-5213-1E4C-4111-F3763C56D8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9F2D7C-BF27-A6A2-8077-80A8D0D9C8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8AD09-F181-36B7-B436-A22A6B482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B6513-A626-48F7-BBF7-43B2783048AD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9AA5F-B979-A4D4-1410-320964A3E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67DDC-CA9A-372B-4667-C10BBF62C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F28F5-04C9-432F-A8D9-892DC3F3A8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75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F745F-77FC-E085-91A9-DC4B3707A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8091A-F6EE-49D7-D261-0FD5E8261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D63E3-6445-789E-F3A9-E4995B198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B6513-A626-48F7-BBF7-43B2783048AD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2B46C-17F2-B64F-2E3A-4D2836D86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D2943-D976-B603-98DB-D39CBDEF2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F28F5-04C9-432F-A8D9-892DC3F3A8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869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A39C-ABA7-1C2D-818E-F00E048D6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170630-1F03-A048-3E38-F09322D5F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34292-4916-4DCE-ABCD-A5C355280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B6513-A626-48F7-BBF7-43B2783048AD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FAB5C-10A1-19C7-692C-775BD845A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D8197-9D46-7EB3-7D6F-EBA3ECA4B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F28F5-04C9-432F-A8D9-892DC3F3A8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810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385BC-9D56-EFDE-34FC-AC715D199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63FAE-5516-FD11-9686-0853EDCBDD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2A58C8-209F-B703-8325-697026A0BD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ED583-5400-3E48-2827-BF41212A0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B6513-A626-48F7-BBF7-43B2783048AD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569B7-6181-C5CA-5696-12719D531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7D86FE-428D-2AE2-54E9-27E6540D7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F28F5-04C9-432F-A8D9-892DC3F3A8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501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28B08-A435-A52A-4EA0-288819263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0CED6-4DA0-FFA8-C42D-0CAC8C54A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2845EB-D68B-6717-56FD-DD8579689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5ABE15-89DB-4A27-27FC-68A24C6C28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396566-846B-302B-90DD-6486744285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ADCD5D-DDAD-F83C-7091-83534F9E1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B6513-A626-48F7-BBF7-43B2783048AD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38F5DF-53FE-D3EA-DDC9-2AF12A540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56BB68-E770-2BD4-E15E-410B8556C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F28F5-04C9-432F-A8D9-892DC3F3A8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894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66F04-3FAE-DE5F-A9E5-42BC03C5E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EF6027-867B-A5B5-8257-9A6843218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B6513-A626-48F7-BBF7-43B2783048AD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203A11-0B8F-A5FC-F19E-130E88310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3EFAF0-51F6-7073-0213-6FF5BB2AF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F28F5-04C9-432F-A8D9-892DC3F3A8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5331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5B590C-A91B-A873-8BA0-ADF161551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B6513-A626-48F7-BBF7-43B2783048AD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53D1C9-81EB-36E2-86FA-49A99F4D5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AC128-ABD1-C6B2-B0EF-2522468F4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F28F5-04C9-432F-A8D9-892DC3F3A8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906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92E21-1397-617D-B325-830BA010A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94663-35B4-1CCC-C984-7BAF2E9B5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972D5A-7A4C-37CC-C54F-D53C109F90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1B0795-0843-DD6F-82B7-BE7FDE182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B6513-A626-48F7-BBF7-43B2783048AD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43116-BE42-D8E1-5831-7816FF824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3BA92-129C-5A83-535F-30956A015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F28F5-04C9-432F-A8D9-892DC3F3A8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110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6BF33-ADB0-9722-D60D-E1D1BEE17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5FDD9A-2D0D-0175-04D6-0451584CA6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EE2CC3-1023-1430-E79B-195A026E60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A294C1-FBC1-E2EC-3E49-A23530636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B6513-A626-48F7-BBF7-43B2783048AD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0686A-C24A-8D82-BCD4-BF6AF8616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31642-95D7-236C-FB3A-5F27DAFDC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F28F5-04C9-432F-A8D9-892DC3F3A8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940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4A486-3694-FB03-82AF-ECBE0CB71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3FF3A7-6611-CC23-9889-8C2DDD895F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6206C-804A-3DE8-1185-8C36A7962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B6513-A626-48F7-BBF7-43B2783048AD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E302B-B136-D340-EE65-92B4A9BCA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66CD9-6B33-39C9-E936-AA9E91DA9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F28F5-04C9-432F-A8D9-892DC3F3A8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421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5386DB-28BA-7C7F-480C-C7D3480DE0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183612-62FD-7DB5-9C4E-C4F17BA7D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9AB57-77EA-08BF-3E5B-59793F412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B6513-A626-48F7-BBF7-43B2783048AD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1C935-9F45-5736-905A-2501C32A1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83422-AA47-B842-6A82-A99212325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F28F5-04C9-432F-A8D9-892DC3F3A8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460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33D2F7-C7D2-54D6-1C32-980E7FB85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B01551-D3CD-1143-B2BA-0C0371C52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FCD7C-D22B-1883-CD1C-7030DAB638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2B6513-A626-48F7-BBF7-43B2783048AD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F1F71-7C3E-0FCD-AF2E-4E32DA57C1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26181-6C74-4A84-D241-E589EB3D1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F28F5-04C9-432F-A8D9-892DC3F3A8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836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67066-C92A-F955-6B2B-1FD89CE1B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/>
              <a:t>Event Management System</a:t>
            </a:r>
            <a:br>
              <a:rPr lang="en-IN" sz="3600" b="1" dirty="0"/>
            </a:br>
            <a:r>
              <a:rPr lang="en-IN" sz="2400" b="1" dirty="0"/>
              <a:t>Java-Based Implementation &amp;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063B9-FD33-3451-758C-183F80733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NAME : Ayaz Vhora</a:t>
            </a:r>
          </a:p>
          <a:p>
            <a:pPr marL="0" indent="0" algn="just">
              <a:buNone/>
            </a:pPr>
            <a:r>
              <a:rPr lang="en-IN" dirty="0"/>
              <a:t>Subject: Programming with Java</a:t>
            </a:r>
          </a:p>
          <a:p>
            <a:pPr marL="0" indent="0" algn="just">
              <a:buNone/>
            </a:pPr>
            <a:r>
              <a:rPr lang="en-IN" dirty="0" err="1"/>
              <a:t>Enrollment</a:t>
            </a:r>
            <a:r>
              <a:rPr lang="en-IN" dirty="0"/>
              <a:t> No: 12402080601011</a:t>
            </a:r>
          </a:p>
          <a:p>
            <a:pPr marL="0" indent="0" algn="just">
              <a:buNone/>
            </a:pPr>
            <a:r>
              <a:rPr lang="en-IN" dirty="0"/>
              <a:t>Div : IT-A</a:t>
            </a:r>
          </a:p>
        </p:txBody>
      </p:sp>
      <p:sp>
        <p:nvSpPr>
          <p:cNvPr id="4" name="Freeform 5" descr="A D Patel Institute of Technology, CVM University">
            <a:extLst>
              <a:ext uri="{FF2B5EF4-FFF2-40B4-BE49-F238E27FC236}">
                <a16:creationId xmlns:a16="http://schemas.microsoft.com/office/drawing/2014/main" id="{E3B7720E-D0EF-8774-F456-21A9FD9DC13E}"/>
              </a:ext>
            </a:extLst>
          </p:cNvPr>
          <p:cNvSpPr/>
          <p:nvPr/>
        </p:nvSpPr>
        <p:spPr>
          <a:xfrm>
            <a:off x="159774" y="12813"/>
            <a:ext cx="1800000" cy="1800000"/>
          </a:xfrm>
          <a:custGeom>
            <a:avLst/>
            <a:gdLst/>
            <a:ahLst/>
            <a:cxnLst/>
            <a:rect l="l" t="t" r="r" b="b"/>
            <a:pathLst>
              <a:path w="3214688" h="3214688">
                <a:moveTo>
                  <a:pt x="0" y="0"/>
                </a:moveTo>
                <a:lnTo>
                  <a:pt x="3214687" y="0"/>
                </a:lnTo>
                <a:lnTo>
                  <a:pt x="3214687" y="3214688"/>
                </a:lnTo>
                <a:lnTo>
                  <a:pt x="0" y="32146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" name="Freeform 6" descr="CVM University">
            <a:extLst>
              <a:ext uri="{FF2B5EF4-FFF2-40B4-BE49-F238E27FC236}">
                <a16:creationId xmlns:a16="http://schemas.microsoft.com/office/drawing/2014/main" id="{A54C504A-AA6C-812A-0882-11D0B7E1F520}"/>
              </a:ext>
            </a:extLst>
          </p:cNvPr>
          <p:cNvSpPr/>
          <p:nvPr/>
        </p:nvSpPr>
        <p:spPr>
          <a:xfrm>
            <a:off x="10140591" y="0"/>
            <a:ext cx="1800000" cy="1800000"/>
          </a:xfrm>
          <a:custGeom>
            <a:avLst/>
            <a:gdLst/>
            <a:ahLst/>
            <a:cxnLst/>
            <a:rect l="l" t="t" r="r" b="b"/>
            <a:pathLst>
              <a:path w="3214688" h="3214688">
                <a:moveTo>
                  <a:pt x="0" y="0"/>
                </a:moveTo>
                <a:lnTo>
                  <a:pt x="3214688" y="0"/>
                </a:lnTo>
                <a:lnTo>
                  <a:pt x="3214688" y="3214688"/>
                </a:lnTo>
                <a:lnTo>
                  <a:pt x="0" y="3214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233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00AE5-78E8-271C-B555-E5987BFAF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3A776-C6FE-40CC-9AD2-B1BC2ECBF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Event Management System automates event organization</a:t>
            </a:r>
          </a:p>
          <a:p>
            <a:endParaRPr lang="en-US" dirty="0"/>
          </a:p>
          <a:p>
            <a:r>
              <a:rPr lang="en-US" dirty="0"/>
              <a:t> Handles event creation, registration, and management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r>
              <a:rPr lang="en-US" dirty="0"/>
              <a:t>Built using core and advanced Java concepts </a:t>
            </a:r>
          </a:p>
          <a:p>
            <a:endParaRPr lang="en-IN" dirty="0"/>
          </a:p>
        </p:txBody>
      </p:sp>
      <p:sp>
        <p:nvSpPr>
          <p:cNvPr id="4" name="Freeform 5" descr="A D Patel Institute of Technology, CVM University">
            <a:extLst>
              <a:ext uri="{FF2B5EF4-FFF2-40B4-BE49-F238E27FC236}">
                <a16:creationId xmlns:a16="http://schemas.microsoft.com/office/drawing/2014/main" id="{6D0C05AE-E038-9DA9-103A-2477CDE62072}"/>
              </a:ext>
            </a:extLst>
          </p:cNvPr>
          <p:cNvSpPr/>
          <p:nvPr/>
        </p:nvSpPr>
        <p:spPr>
          <a:xfrm>
            <a:off x="159774" y="12813"/>
            <a:ext cx="1800000" cy="1800000"/>
          </a:xfrm>
          <a:custGeom>
            <a:avLst/>
            <a:gdLst/>
            <a:ahLst/>
            <a:cxnLst/>
            <a:rect l="l" t="t" r="r" b="b"/>
            <a:pathLst>
              <a:path w="3214688" h="3214688">
                <a:moveTo>
                  <a:pt x="0" y="0"/>
                </a:moveTo>
                <a:lnTo>
                  <a:pt x="3214687" y="0"/>
                </a:lnTo>
                <a:lnTo>
                  <a:pt x="3214687" y="3214688"/>
                </a:lnTo>
                <a:lnTo>
                  <a:pt x="0" y="32146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" name="Freeform 6" descr="CVM University">
            <a:extLst>
              <a:ext uri="{FF2B5EF4-FFF2-40B4-BE49-F238E27FC236}">
                <a16:creationId xmlns:a16="http://schemas.microsoft.com/office/drawing/2014/main" id="{8DDBC177-8930-CC42-637B-56F298EB227B}"/>
              </a:ext>
            </a:extLst>
          </p:cNvPr>
          <p:cNvSpPr/>
          <p:nvPr/>
        </p:nvSpPr>
        <p:spPr>
          <a:xfrm>
            <a:off x="10140591" y="0"/>
            <a:ext cx="1800000" cy="1800000"/>
          </a:xfrm>
          <a:custGeom>
            <a:avLst/>
            <a:gdLst/>
            <a:ahLst/>
            <a:cxnLst/>
            <a:rect l="l" t="t" r="r" b="b"/>
            <a:pathLst>
              <a:path w="3214688" h="3214688">
                <a:moveTo>
                  <a:pt x="0" y="0"/>
                </a:moveTo>
                <a:lnTo>
                  <a:pt x="3214688" y="0"/>
                </a:lnTo>
                <a:lnTo>
                  <a:pt x="3214688" y="3214688"/>
                </a:lnTo>
                <a:lnTo>
                  <a:pt x="0" y="3214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733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2E350-97C7-370B-225A-DDC648BE6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641FC-F396-F7A4-AF09-06AB8E9B0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Automate event registration process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r>
              <a:rPr lang="en-US" dirty="0"/>
              <a:t>Manage event details and participants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r>
              <a:rPr lang="en-US" dirty="0"/>
              <a:t>Demonstrate Java OOP and advanced concepts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Ensure data handling and error control </a:t>
            </a:r>
          </a:p>
          <a:p>
            <a:endParaRPr lang="en-IN" dirty="0"/>
          </a:p>
        </p:txBody>
      </p:sp>
      <p:sp>
        <p:nvSpPr>
          <p:cNvPr id="4" name="Freeform 5" descr="A D Patel Institute of Technology, CVM University">
            <a:extLst>
              <a:ext uri="{FF2B5EF4-FFF2-40B4-BE49-F238E27FC236}">
                <a16:creationId xmlns:a16="http://schemas.microsoft.com/office/drawing/2014/main" id="{F5B003ED-B539-DD15-4B11-53FBF12FE834}"/>
              </a:ext>
            </a:extLst>
          </p:cNvPr>
          <p:cNvSpPr/>
          <p:nvPr/>
        </p:nvSpPr>
        <p:spPr>
          <a:xfrm>
            <a:off x="159774" y="12813"/>
            <a:ext cx="1800000" cy="1800000"/>
          </a:xfrm>
          <a:custGeom>
            <a:avLst/>
            <a:gdLst/>
            <a:ahLst/>
            <a:cxnLst/>
            <a:rect l="l" t="t" r="r" b="b"/>
            <a:pathLst>
              <a:path w="3214688" h="3214688">
                <a:moveTo>
                  <a:pt x="0" y="0"/>
                </a:moveTo>
                <a:lnTo>
                  <a:pt x="3214687" y="0"/>
                </a:lnTo>
                <a:lnTo>
                  <a:pt x="3214687" y="3214688"/>
                </a:lnTo>
                <a:lnTo>
                  <a:pt x="0" y="32146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" name="Freeform 6" descr="CVM University">
            <a:extLst>
              <a:ext uri="{FF2B5EF4-FFF2-40B4-BE49-F238E27FC236}">
                <a16:creationId xmlns:a16="http://schemas.microsoft.com/office/drawing/2014/main" id="{572BB8D6-EAF8-0760-E9BE-D6616E64F5E4}"/>
              </a:ext>
            </a:extLst>
          </p:cNvPr>
          <p:cNvSpPr/>
          <p:nvPr/>
        </p:nvSpPr>
        <p:spPr>
          <a:xfrm>
            <a:off x="10140591" y="0"/>
            <a:ext cx="1800000" cy="1800000"/>
          </a:xfrm>
          <a:custGeom>
            <a:avLst/>
            <a:gdLst/>
            <a:ahLst/>
            <a:cxnLst/>
            <a:rect l="l" t="t" r="r" b="b"/>
            <a:pathLst>
              <a:path w="3214688" h="3214688">
                <a:moveTo>
                  <a:pt x="0" y="0"/>
                </a:moveTo>
                <a:lnTo>
                  <a:pt x="3214688" y="0"/>
                </a:lnTo>
                <a:lnTo>
                  <a:pt x="3214688" y="3214688"/>
                </a:lnTo>
                <a:lnTo>
                  <a:pt x="0" y="3214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981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5090C-7A47-CB11-D78E-C2A11266D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/>
              <a:t>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DD891-F09B-4563-B424-4FD022FF9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Admin creates and manages events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Users register for events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Data stored in files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Multi-threading for handling multiple users </a:t>
            </a:r>
          </a:p>
          <a:p>
            <a:endParaRPr lang="en-IN" dirty="0"/>
          </a:p>
        </p:txBody>
      </p:sp>
      <p:sp>
        <p:nvSpPr>
          <p:cNvPr id="4" name="Freeform 5" descr="A D Patel Institute of Technology, CVM University">
            <a:extLst>
              <a:ext uri="{FF2B5EF4-FFF2-40B4-BE49-F238E27FC236}">
                <a16:creationId xmlns:a16="http://schemas.microsoft.com/office/drawing/2014/main" id="{56CFD9DD-B49C-F068-24D4-ACAE8AC7D02D}"/>
              </a:ext>
            </a:extLst>
          </p:cNvPr>
          <p:cNvSpPr/>
          <p:nvPr/>
        </p:nvSpPr>
        <p:spPr>
          <a:xfrm>
            <a:off x="159774" y="12813"/>
            <a:ext cx="1800000" cy="1800000"/>
          </a:xfrm>
          <a:custGeom>
            <a:avLst/>
            <a:gdLst/>
            <a:ahLst/>
            <a:cxnLst/>
            <a:rect l="l" t="t" r="r" b="b"/>
            <a:pathLst>
              <a:path w="3214688" h="3214688">
                <a:moveTo>
                  <a:pt x="0" y="0"/>
                </a:moveTo>
                <a:lnTo>
                  <a:pt x="3214687" y="0"/>
                </a:lnTo>
                <a:lnTo>
                  <a:pt x="3214687" y="3214688"/>
                </a:lnTo>
                <a:lnTo>
                  <a:pt x="0" y="32146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" name="Freeform 6" descr="CVM University">
            <a:extLst>
              <a:ext uri="{FF2B5EF4-FFF2-40B4-BE49-F238E27FC236}">
                <a16:creationId xmlns:a16="http://schemas.microsoft.com/office/drawing/2014/main" id="{84957D5B-2DA3-D229-FA5F-8D1E1B8FEBB8}"/>
              </a:ext>
            </a:extLst>
          </p:cNvPr>
          <p:cNvSpPr/>
          <p:nvPr/>
        </p:nvSpPr>
        <p:spPr>
          <a:xfrm>
            <a:off x="10140591" y="0"/>
            <a:ext cx="1800000" cy="1800000"/>
          </a:xfrm>
          <a:custGeom>
            <a:avLst/>
            <a:gdLst/>
            <a:ahLst/>
            <a:cxnLst/>
            <a:rect l="l" t="t" r="r" b="b"/>
            <a:pathLst>
              <a:path w="3214688" h="3214688">
                <a:moveTo>
                  <a:pt x="0" y="0"/>
                </a:moveTo>
                <a:lnTo>
                  <a:pt x="3214688" y="0"/>
                </a:lnTo>
                <a:lnTo>
                  <a:pt x="3214688" y="3214688"/>
                </a:lnTo>
                <a:lnTo>
                  <a:pt x="0" y="3214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643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706A4-A5A6-CBF0-3E73-755C38DA8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/>
              <a:t>Inheritance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6CFB3B-354E-5127-0655-4FCA45714A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46749"/>
            <a:ext cx="7797584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 class: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Event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Derived classes: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TechnicalEvent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CulturalEvent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Promotes code reuse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/>
              <a:t>	</a:t>
            </a:r>
            <a:r>
              <a:rPr lang="en-US" b="1" dirty="0"/>
              <a:t>class Event {</a:t>
            </a:r>
            <a:br>
              <a:rPr lang="en-US" b="1" dirty="0"/>
            </a:br>
            <a:r>
              <a:rPr lang="en-US" b="1" dirty="0"/>
              <a:t>		String name;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b="1" dirty="0"/>
              <a:t>	}</a:t>
            </a:r>
            <a:br>
              <a:rPr lang="en-US" b="1" dirty="0"/>
            </a:br>
            <a:r>
              <a:rPr lang="en-US" b="1" dirty="0"/>
              <a:t>	class </a:t>
            </a:r>
            <a:r>
              <a:rPr lang="en-US" b="1" dirty="0" err="1"/>
              <a:t>TechnicalEvent</a:t>
            </a:r>
            <a:r>
              <a:rPr lang="en-US" b="1" dirty="0"/>
              <a:t> extends Event {</a:t>
            </a:r>
            <a:br>
              <a:rPr lang="en-US" b="1" dirty="0"/>
            </a:br>
            <a:r>
              <a:rPr lang="en-US" b="1" dirty="0"/>
              <a:t>		String </a:t>
            </a:r>
            <a:r>
              <a:rPr lang="en-US" b="1" dirty="0" err="1"/>
              <a:t>techType</a:t>
            </a:r>
            <a:r>
              <a:rPr lang="en-US" b="1" dirty="0"/>
              <a:t>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b="1" dirty="0"/>
              <a:t>	}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Freeform 5" descr="A D Patel Institute of Technology, CVM University">
            <a:extLst>
              <a:ext uri="{FF2B5EF4-FFF2-40B4-BE49-F238E27FC236}">
                <a16:creationId xmlns:a16="http://schemas.microsoft.com/office/drawing/2014/main" id="{D12F4EE0-0A72-78A1-6D44-188A67304188}"/>
              </a:ext>
            </a:extLst>
          </p:cNvPr>
          <p:cNvSpPr/>
          <p:nvPr/>
        </p:nvSpPr>
        <p:spPr>
          <a:xfrm>
            <a:off x="159774" y="12813"/>
            <a:ext cx="1800000" cy="1800000"/>
          </a:xfrm>
          <a:custGeom>
            <a:avLst/>
            <a:gdLst/>
            <a:ahLst/>
            <a:cxnLst/>
            <a:rect l="l" t="t" r="r" b="b"/>
            <a:pathLst>
              <a:path w="3214688" h="3214688">
                <a:moveTo>
                  <a:pt x="0" y="0"/>
                </a:moveTo>
                <a:lnTo>
                  <a:pt x="3214687" y="0"/>
                </a:lnTo>
                <a:lnTo>
                  <a:pt x="3214687" y="3214688"/>
                </a:lnTo>
                <a:lnTo>
                  <a:pt x="0" y="32146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" name="Freeform 6" descr="CVM University">
            <a:extLst>
              <a:ext uri="{FF2B5EF4-FFF2-40B4-BE49-F238E27FC236}">
                <a16:creationId xmlns:a16="http://schemas.microsoft.com/office/drawing/2014/main" id="{5529BA5C-6157-B487-D59F-0D26B7C2B60F}"/>
              </a:ext>
            </a:extLst>
          </p:cNvPr>
          <p:cNvSpPr/>
          <p:nvPr/>
        </p:nvSpPr>
        <p:spPr>
          <a:xfrm>
            <a:off x="10140591" y="0"/>
            <a:ext cx="1800000" cy="1800000"/>
          </a:xfrm>
          <a:custGeom>
            <a:avLst/>
            <a:gdLst/>
            <a:ahLst/>
            <a:cxnLst/>
            <a:rect l="l" t="t" r="r" b="b"/>
            <a:pathLst>
              <a:path w="3214688" h="3214688">
                <a:moveTo>
                  <a:pt x="0" y="0"/>
                </a:moveTo>
                <a:lnTo>
                  <a:pt x="3214688" y="0"/>
                </a:lnTo>
                <a:lnTo>
                  <a:pt x="3214688" y="3214688"/>
                </a:lnTo>
                <a:lnTo>
                  <a:pt x="0" y="3214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675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47D91-3826-151C-A7A6-E443ACABD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/>
              <a:t>Inner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51F0D-9F97-4F1E-FE56-E611925C6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Inner class used for event details or registration </a:t>
            </a:r>
          </a:p>
          <a:p>
            <a:r>
              <a:rPr lang="en-US" dirty="0"/>
              <a:t>Helps logically group related functionality </a:t>
            </a:r>
          </a:p>
          <a:p>
            <a:r>
              <a:rPr lang="en-US" dirty="0"/>
              <a:t>Example: </a:t>
            </a:r>
          </a:p>
          <a:p>
            <a:pPr marL="0" indent="0">
              <a:buNone/>
            </a:pPr>
            <a:r>
              <a:rPr lang="en-US" b="1" dirty="0"/>
              <a:t>class Event {</a:t>
            </a:r>
          </a:p>
          <a:p>
            <a:pPr marL="0" indent="0">
              <a:buNone/>
            </a:pPr>
            <a:r>
              <a:rPr lang="en-US" b="1" dirty="0"/>
              <a:t>    class Participant {</a:t>
            </a:r>
          </a:p>
          <a:p>
            <a:pPr marL="0" indent="0">
              <a:buNone/>
            </a:pPr>
            <a:r>
              <a:rPr lang="en-US" b="1" dirty="0"/>
              <a:t>        String </a:t>
            </a:r>
            <a:r>
              <a:rPr lang="en-US" b="1" dirty="0" err="1"/>
              <a:t>participantName</a:t>
            </a:r>
            <a:r>
              <a:rPr lang="en-US" b="1" dirty="0"/>
              <a:t>;</a:t>
            </a:r>
          </a:p>
          <a:p>
            <a:pPr marL="0" indent="0">
              <a:buNone/>
            </a:pPr>
            <a:r>
              <a:rPr lang="en-US" b="1" dirty="0"/>
              <a:t>    }</a:t>
            </a:r>
          </a:p>
          <a:p>
            <a:pPr marL="0" indent="0">
              <a:buNone/>
            </a:pPr>
            <a:r>
              <a:rPr lang="en-US" b="1" dirty="0"/>
              <a:t>}</a:t>
            </a:r>
          </a:p>
          <a:p>
            <a:endParaRPr lang="en-IN" dirty="0"/>
          </a:p>
        </p:txBody>
      </p:sp>
      <p:sp>
        <p:nvSpPr>
          <p:cNvPr id="4" name="Freeform 5" descr="A D Patel Institute of Technology, CVM University">
            <a:extLst>
              <a:ext uri="{FF2B5EF4-FFF2-40B4-BE49-F238E27FC236}">
                <a16:creationId xmlns:a16="http://schemas.microsoft.com/office/drawing/2014/main" id="{0CE3B7BF-1E56-EED8-3F0A-D1C722FF1ADB}"/>
              </a:ext>
            </a:extLst>
          </p:cNvPr>
          <p:cNvSpPr/>
          <p:nvPr/>
        </p:nvSpPr>
        <p:spPr>
          <a:xfrm>
            <a:off x="159774" y="12813"/>
            <a:ext cx="1800000" cy="1800000"/>
          </a:xfrm>
          <a:custGeom>
            <a:avLst/>
            <a:gdLst/>
            <a:ahLst/>
            <a:cxnLst/>
            <a:rect l="l" t="t" r="r" b="b"/>
            <a:pathLst>
              <a:path w="3214688" h="3214688">
                <a:moveTo>
                  <a:pt x="0" y="0"/>
                </a:moveTo>
                <a:lnTo>
                  <a:pt x="3214687" y="0"/>
                </a:lnTo>
                <a:lnTo>
                  <a:pt x="3214687" y="3214688"/>
                </a:lnTo>
                <a:lnTo>
                  <a:pt x="0" y="32146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" name="Freeform 6" descr="CVM University">
            <a:extLst>
              <a:ext uri="{FF2B5EF4-FFF2-40B4-BE49-F238E27FC236}">
                <a16:creationId xmlns:a16="http://schemas.microsoft.com/office/drawing/2014/main" id="{2CBF2F42-EDAB-37EB-5AA6-B2A3A078E0CE}"/>
              </a:ext>
            </a:extLst>
          </p:cNvPr>
          <p:cNvSpPr/>
          <p:nvPr/>
        </p:nvSpPr>
        <p:spPr>
          <a:xfrm>
            <a:off x="10140591" y="0"/>
            <a:ext cx="1800000" cy="1800000"/>
          </a:xfrm>
          <a:custGeom>
            <a:avLst/>
            <a:gdLst/>
            <a:ahLst/>
            <a:cxnLst/>
            <a:rect l="l" t="t" r="r" b="b"/>
            <a:pathLst>
              <a:path w="3214688" h="3214688">
                <a:moveTo>
                  <a:pt x="0" y="0"/>
                </a:moveTo>
                <a:lnTo>
                  <a:pt x="3214688" y="0"/>
                </a:lnTo>
                <a:lnTo>
                  <a:pt x="3214688" y="3214688"/>
                </a:lnTo>
                <a:lnTo>
                  <a:pt x="0" y="3214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993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66381-C703-D791-D5FD-3F45BDB06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/>
              <a:t>Exception Handling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5F03EE-1E84-FB09-344F-B8D2BCA85F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62192"/>
            <a:ext cx="5734006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runtime errors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Prevents system crash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b="1" dirty="0"/>
              <a:t>try {</a:t>
            </a:r>
            <a:br>
              <a:rPr lang="en-IN" b="1" dirty="0"/>
            </a:br>
            <a:r>
              <a:rPr lang="en-IN" b="1" dirty="0"/>
              <a:t>int x = 10/0;</a:t>
            </a:r>
            <a:br>
              <a:rPr lang="en-IN" b="1" dirty="0"/>
            </a:br>
            <a:r>
              <a:rPr lang="en-IN" b="1" dirty="0"/>
              <a:t>} catch (</a:t>
            </a:r>
            <a:r>
              <a:rPr lang="en-IN" b="1" dirty="0" err="1"/>
              <a:t>ArithmeticException</a:t>
            </a:r>
            <a:r>
              <a:rPr lang="en-IN" b="1" dirty="0"/>
              <a:t> e) {</a:t>
            </a:r>
            <a:br>
              <a:rPr lang="en-IN" b="1" dirty="0"/>
            </a:br>
            <a:r>
              <a:rPr lang="en-IN" b="1" dirty="0" err="1"/>
              <a:t>System.out.println</a:t>
            </a:r>
            <a:r>
              <a:rPr lang="en-IN" b="1" dirty="0"/>
              <a:t>("Error occurred");</a:t>
            </a:r>
            <a:br>
              <a:rPr lang="en-IN" b="1" dirty="0"/>
            </a:br>
            <a:r>
              <a:rPr lang="en-IN" b="1" dirty="0"/>
              <a:t>}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Freeform 5" descr="A D Patel Institute of Technology, CVM University">
            <a:extLst>
              <a:ext uri="{FF2B5EF4-FFF2-40B4-BE49-F238E27FC236}">
                <a16:creationId xmlns:a16="http://schemas.microsoft.com/office/drawing/2014/main" id="{AD452268-2146-108E-DC56-D10366CC1604}"/>
              </a:ext>
            </a:extLst>
          </p:cNvPr>
          <p:cNvSpPr/>
          <p:nvPr/>
        </p:nvSpPr>
        <p:spPr>
          <a:xfrm>
            <a:off x="159774" y="12813"/>
            <a:ext cx="1800000" cy="1800000"/>
          </a:xfrm>
          <a:custGeom>
            <a:avLst/>
            <a:gdLst/>
            <a:ahLst/>
            <a:cxnLst/>
            <a:rect l="l" t="t" r="r" b="b"/>
            <a:pathLst>
              <a:path w="3214688" h="3214688">
                <a:moveTo>
                  <a:pt x="0" y="0"/>
                </a:moveTo>
                <a:lnTo>
                  <a:pt x="3214687" y="0"/>
                </a:lnTo>
                <a:lnTo>
                  <a:pt x="3214687" y="3214688"/>
                </a:lnTo>
                <a:lnTo>
                  <a:pt x="0" y="32146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" name="Freeform 6" descr="CVM University">
            <a:extLst>
              <a:ext uri="{FF2B5EF4-FFF2-40B4-BE49-F238E27FC236}">
                <a16:creationId xmlns:a16="http://schemas.microsoft.com/office/drawing/2014/main" id="{E8DD4A21-3E38-BE5D-A3BE-D6D03342D951}"/>
              </a:ext>
            </a:extLst>
          </p:cNvPr>
          <p:cNvSpPr/>
          <p:nvPr/>
        </p:nvSpPr>
        <p:spPr>
          <a:xfrm>
            <a:off x="10140591" y="0"/>
            <a:ext cx="1800000" cy="1800000"/>
          </a:xfrm>
          <a:custGeom>
            <a:avLst/>
            <a:gdLst/>
            <a:ahLst/>
            <a:cxnLst/>
            <a:rect l="l" t="t" r="r" b="b"/>
            <a:pathLst>
              <a:path w="3214688" h="3214688">
                <a:moveTo>
                  <a:pt x="0" y="0"/>
                </a:moveTo>
                <a:lnTo>
                  <a:pt x="3214688" y="0"/>
                </a:lnTo>
                <a:lnTo>
                  <a:pt x="3214688" y="3214688"/>
                </a:lnTo>
                <a:lnTo>
                  <a:pt x="0" y="3214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2735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BC61C-7721-888C-979C-F5B4E646F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/>
              <a:t>Packages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CE6C45D-0742-23F1-8EE7-71B1AD0F99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08524"/>
            <a:ext cx="6050054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Organize classes into groups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readability and reusability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package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event.management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</a:t>
            </a:r>
          </a:p>
        </p:txBody>
      </p:sp>
      <p:sp>
        <p:nvSpPr>
          <p:cNvPr id="5" name="Freeform 5" descr="A D Patel Institute of Technology, CVM University">
            <a:extLst>
              <a:ext uri="{FF2B5EF4-FFF2-40B4-BE49-F238E27FC236}">
                <a16:creationId xmlns:a16="http://schemas.microsoft.com/office/drawing/2014/main" id="{F5F69C71-5F77-4980-8A66-E66DD94BBEAA}"/>
              </a:ext>
            </a:extLst>
          </p:cNvPr>
          <p:cNvSpPr/>
          <p:nvPr/>
        </p:nvSpPr>
        <p:spPr>
          <a:xfrm>
            <a:off x="159774" y="12813"/>
            <a:ext cx="1800000" cy="1800000"/>
          </a:xfrm>
          <a:custGeom>
            <a:avLst/>
            <a:gdLst/>
            <a:ahLst/>
            <a:cxnLst/>
            <a:rect l="l" t="t" r="r" b="b"/>
            <a:pathLst>
              <a:path w="3214688" h="3214688">
                <a:moveTo>
                  <a:pt x="0" y="0"/>
                </a:moveTo>
                <a:lnTo>
                  <a:pt x="3214687" y="0"/>
                </a:lnTo>
                <a:lnTo>
                  <a:pt x="3214687" y="3214688"/>
                </a:lnTo>
                <a:lnTo>
                  <a:pt x="0" y="32146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" name="Freeform 6" descr="CVM University">
            <a:extLst>
              <a:ext uri="{FF2B5EF4-FFF2-40B4-BE49-F238E27FC236}">
                <a16:creationId xmlns:a16="http://schemas.microsoft.com/office/drawing/2014/main" id="{80B585CA-0850-A7E7-9840-6821A1F88ECF}"/>
              </a:ext>
            </a:extLst>
          </p:cNvPr>
          <p:cNvSpPr/>
          <p:nvPr/>
        </p:nvSpPr>
        <p:spPr>
          <a:xfrm>
            <a:off x="10140591" y="0"/>
            <a:ext cx="1800000" cy="1800000"/>
          </a:xfrm>
          <a:custGeom>
            <a:avLst/>
            <a:gdLst/>
            <a:ahLst/>
            <a:cxnLst/>
            <a:rect l="l" t="t" r="r" b="b"/>
            <a:pathLst>
              <a:path w="3214688" h="3214688">
                <a:moveTo>
                  <a:pt x="0" y="0"/>
                </a:moveTo>
                <a:lnTo>
                  <a:pt x="3214688" y="0"/>
                </a:lnTo>
                <a:lnTo>
                  <a:pt x="3214688" y="3214688"/>
                </a:lnTo>
                <a:lnTo>
                  <a:pt x="0" y="3214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739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FFEA0-99E3-B369-60F2-BC38A1639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/>
              <a:t>Threading &amp; Collection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CAA44-1CCF-E504-8E6B-F065EA82BC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Threading:</a:t>
            </a:r>
            <a:endParaRPr lang="en-US" dirty="0"/>
          </a:p>
          <a:p>
            <a:pPr lvl="1"/>
            <a:r>
              <a:rPr lang="en-US" dirty="0"/>
              <a:t>Handles multiple users simultaneously </a:t>
            </a:r>
          </a:p>
          <a:p>
            <a:pPr lvl="1"/>
            <a:r>
              <a:rPr lang="en-US" dirty="0"/>
              <a:t>Example: </a:t>
            </a:r>
          </a:p>
          <a:p>
            <a:pPr marL="0" indent="0">
              <a:buNone/>
            </a:pPr>
            <a:r>
              <a:rPr lang="en-US" sz="2000" b="1" dirty="0"/>
              <a:t>class </a:t>
            </a:r>
            <a:r>
              <a:rPr lang="en-US" sz="2000" b="1" dirty="0" err="1"/>
              <a:t>UserThread</a:t>
            </a:r>
            <a:r>
              <a:rPr lang="en-US" sz="2000" b="1" dirty="0"/>
              <a:t> extends Thread {</a:t>
            </a:r>
          </a:p>
          <a:p>
            <a:pPr marL="0" indent="0">
              <a:buNone/>
            </a:pPr>
            <a:r>
              <a:rPr lang="en-US" sz="2000" b="1" dirty="0"/>
              <a:t>    public void run() {</a:t>
            </a:r>
          </a:p>
          <a:p>
            <a:pPr marL="0" indent="0">
              <a:buNone/>
            </a:pPr>
            <a:r>
              <a:rPr lang="en-US" sz="2000" b="1" dirty="0"/>
              <a:t>        </a:t>
            </a:r>
            <a:r>
              <a:rPr lang="en-US" sz="2000" b="1" dirty="0" err="1"/>
              <a:t>System.out.println</a:t>
            </a:r>
            <a:r>
              <a:rPr lang="en-US" sz="2000" b="1" dirty="0"/>
              <a:t>("User accessing system");</a:t>
            </a:r>
          </a:p>
          <a:p>
            <a:pPr marL="0" indent="0">
              <a:buNone/>
            </a:pPr>
            <a:r>
              <a:rPr lang="en-US" sz="2000" b="1" dirty="0"/>
              <a:t>    }</a:t>
            </a:r>
          </a:p>
          <a:p>
            <a:pPr marL="0" indent="0">
              <a:buNone/>
            </a:pPr>
            <a:r>
              <a:rPr lang="en-US" sz="2000" b="1" dirty="0"/>
              <a:t>}</a:t>
            </a:r>
          </a:p>
          <a:p>
            <a:r>
              <a:rPr lang="en-US" sz="2000" b="1" dirty="0"/>
              <a:t>Collection API:</a:t>
            </a:r>
            <a:endParaRPr lang="en-US" sz="2000" dirty="0"/>
          </a:p>
          <a:p>
            <a:pPr lvl="1"/>
            <a:r>
              <a:rPr lang="en-US" sz="1600" dirty="0"/>
              <a:t>Stores event and participant data </a:t>
            </a:r>
          </a:p>
          <a:p>
            <a:pPr lvl="1"/>
            <a:r>
              <a:rPr lang="en-US" sz="1600" dirty="0"/>
              <a:t>Example: </a:t>
            </a:r>
            <a:r>
              <a:rPr lang="en-US" sz="1400" dirty="0" err="1"/>
              <a:t>ArrayList</a:t>
            </a:r>
            <a:r>
              <a:rPr lang="en-US" sz="1400" dirty="0"/>
              <a:t>, HashMap</a:t>
            </a:r>
          </a:p>
          <a:p>
            <a:pPr marL="0" indent="0">
              <a:buNone/>
            </a:pPr>
            <a:endParaRPr lang="en-IN" sz="2000" b="1" dirty="0"/>
          </a:p>
        </p:txBody>
      </p:sp>
      <p:sp>
        <p:nvSpPr>
          <p:cNvPr id="4" name="Freeform 5" descr="A D Patel Institute of Technology, CVM University">
            <a:extLst>
              <a:ext uri="{FF2B5EF4-FFF2-40B4-BE49-F238E27FC236}">
                <a16:creationId xmlns:a16="http://schemas.microsoft.com/office/drawing/2014/main" id="{8B5F6200-7DA4-E2F7-5026-8BA7AB9553A1}"/>
              </a:ext>
            </a:extLst>
          </p:cNvPr>
          <p:cNvSpPr/>
          <p:nvPr/>
        </p:nvSpPr>
        <p:spPr>
          <a:xfrm>
            <a:off x="159774" y="12813"/>
            <a:ext cx="1800000" cy="1800000"/>
          </a:xfrm>
          <a:custGeom>
            <a:avLst/>
            <a:gdLst/>
            <a:ahLst/>
            <a:cxnLst/>
            <a:rect l="l" t="t" r="r" b="b"/>
            <a:pathLst>
              <a:path w="3214688" h="3214688">
                <a:moveTo>
                  <a:pt x="0" y="0"/>
                </a:moveTo>
                <a:lnTo>
                  <a:pt x="3214687" y="0"/>
                </a:lnTo>
                <a:lnTo>
                  <a:pt x="3214687" y="3214688"/>
                </a:lnTo>
                <a:lnTo>
                  <a:pt x="0" y="32146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" name="Freeform 6" descr="CVM University">
            <a:extLst>
              <a:ext uri="{FF2B5EF4-FFF2-40B4-BE49-F238E27FC236}">
                <a16:creationId xmlns:a16="http://schemas.microsoft.com/office/drawing/2014/main" id="{55157C88-7969-47EB-B06E-E628C12A7204}"/>
              </a:ext>
            </a:extLst>
          </p:cNvPr>
          <p:cNvSpPr/>
          <p:nvPr/>
        </p:nvSpPr>
        <p:spPr>
          <a:xfrm>
            <a:off x="10140591" y="0"/>
            <a:ext cx="1800000" cy="1800000"/>
          </a:xfrm>
          <a:custGeom>
            <a:avLst/>
            <a:gdLst/>
            <a:ahLst/>
            <a:cxnLst/>
            <a:rect l="l" t="t" r="r" b="b"/>
            <a:pathLst>
              <a:path w="3214688" h="3214688">
                <a:moveTo>
                  <a:pt x="0" y="0"/>
                </a:moveTo>
                <a:lnTo>
                  <a:pt x="3214688" y="0"/>
                </a:lnTo>
                <a:lnTo>
                  <a:pt x="3214688" y="3214688"/>
                </a:lnTo>
                <a:lnTo>
                  <a:pt x="0" y="3214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3122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E1117-7DBE-143D-C9C6-41E59B64A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/>
              <a:t>File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63082-0267-553F-1FA8-E471B2AE5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3200" b="1" dirty="0"/>
              <a:t>File Handling:</a:t>
            </a:r>
            <a:endParaRPr lang="en-IN" sz="3200" dirty="0"/>
          </a:p>
          <a:p>
            <a:pPr lvl="1"/>
            <a:r>
              <a:rPr lang="en-IN" sz="2800" dirty="0"/>
              <a:t>Store event data permanently </a:t>
            </a:r>
          </a:p>
          <a:p>
            <a:pPr lvl="1"/>
            <a:r>
              <a:rPr lang="en-IN" sz="2800" dirty="0"/>
              <a:t>Example:</a:t>
            </a:r>
          </a:p>
          <a:p>
            <a:pPr marL="457200" lvl="1" indent="0">
              <a:buNone/>
            </a:pPr>
            <a:endParaRPr lang="en-IN" sz="1600" b="1" dirty="0"/>
          </a:p>
          <a:p>
            <a:pPr marL="457200" lvl="1" indent="0">
              <a:buNone/>
            </a:pPr>
            <a:r>
              <a:rPr lang="en-IN" b="1" dirty="0" err="1"/>
              <a:t>FileWriter</a:t>
            </a:r>
            <a:r>
              <a:rPr lang="en-IN" b="1" dirty="0"/>
              <a:t> </a:t>
            </a:r>
            <a:r>
              <a:rPr lang="en-IN" b="1" dirty="0" err="1"/>
              <a:t>fw</a:t>
            </a:r>
            <a:r>
              <a:rPr lang="en-IN" b="1" dirty="0"/>
              <a:t> = new </a:t>
            </a:r>
            <a:r>
              <a:rPr lang="en-IN" b="1" dirty="0" err="1"/>
              <a:t>FileWriter</a:t>
            </a:r>
            <a:r>
              <a:rPr lang="en-IN" b="1" dirty="0"/>
              <a:t>("events.txt");</a:t>
            </a:r>
          </a:p>
          <a:p>
            <a:pPr marL="457200" lvl="1" indent="0">
              <a:buNone/>
            </a:pPr>
            <a:r>
              <a:rPr lang="en-IN" b="1" dirty="0" err="1"/>
              <a:t>fw.write</a:t>
            </a:r>
            <a:r>
              <a:rPr lang="en-IN" b="1" dirty="0"/>
              <a:t>("Event Data");</a:t>
            </a:r>
          </a:p>
          <a:p>
            <a:pPr marL="457200" lvl="1" indent="0">
              <a:buNone/>
            </a:pPr>
            <a:r>
              <a:rPr lang="en-IN" b="1" dirty="0" err="1"/>
              <a:t>fw.close</a:t>
            </a:r>
            <a:r>
              <a:rPr lang="en-IN" b="1" dirty="0"/>
              <a:t>();</a:t>
            </a:r>
          </a:p>
          <a:p>
            <a:pPr marL="457200" lvl="1" indent="0">
              <a:buNone/>
            </a:pPr>
            <a:endParaRPr lang="en-IN" sz="1600" b="1" dirty="0"/>
          </a:p>
        </p:txBody>
      </p:sp>
      <p:sp>
        <p:nvSpPr>
          <p:cNvPr id="4" name="Freeform 5" descr="A D Patel Institute of Technology, CVM University">
            <a:extLst>
              <a:ext uri="{FF2B5EF4-FFF2-40B4-BE49-F238E27FC236}">
                <a16:creationId xmlns:a16="http://schemas.microsoft.com/office/drawing/2014/main" id="{C7BD68DA-63E3-884D-51D2-8F0F582202AC}"/>
              </a:ext>
            </a:extLst>
          </p:cNvPr>
          <p:cNvSpPr/>
          <p:nvPr/>
        </p:nvSpPr>
        <p:spPr>
          <a:xfrm>
            <a:off x="159774" y="12813"/>
            <a:ext cx="1800000" cy="1800000"/>
          </a:xfrm>
          <a:custGeom>
            <a:avLst/>
            <a:gdLst/>
            <a:ahLst/>
            <a:cxnLst/>
            <a:rect l="l" t="t" r="r" b="b"/>
            <a:pathLst>
              <a:path w="3214688" h="3214688">
                <a:moveTo>
                  <a:pt x="0" y="0"/>
                </a:moveTo>
                <a:lnTo>
                  <a:pt x="3214687" y="0"/>
                </a:lnTo>
                <a:lnTo>
                  <a:pt x="3214687" y="3214688"/>
                </a:lnTo>
                <a:lnTo>
                  <a:pt x="0" y="32146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" name="Freeform 6" descr="CVM University">
            <a:extLst>
              <a:ext uri="{FF2B5EF4-FFF2-40B4-BE49-F238E27FC236}">
                <a16:creationId xmlns:a16="http://schemas.microsoft.com/office/drawing/2014/main" id="{93B767F5-8F60-EE1D-431F-7537F818EE51}"/>
              </a:ext>
            </a:extLst>
          </p:cNvPr>
          <p:cNvSpPr/>
          <p:nvPr/>
        </p:nvSpPr>
        <p:spPr>
          <a:xfrm>
            <a:off x="10140591" y="0"/>
            <a:ext cx="1800000" cy="1800000"/>
          </a:xfrm>
          <a:custGeom>
            <a:avLst/>
            <a:gdLst/>
            <a:ahLst/>
            <a:cxnLst/>
            <a:rect l="l" t="t" r="r" b="b"/>
            <a:pathLst>
              <a:path w="3214688" h="3214688">
                <a:moveTo>
                  <a:pt x="0" y="0"/>
                </a:moveTo>
                <a:lnTo>
                  <a:pt x="3214688" y="0"/>
                </a:lnTo>
                <a:lnTo>
                  <a:pt x="3214688" y="3214688"/>
                </a:lnTo>
                <a:lnTo>
                  <a:pt x="0" y="3214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818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4928F-BF29-8F3A-56B8-FEBCCDE85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/>
              <a:t>Conclusion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30D47-6CF4-342F-FF3A-58BE1BAAD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Efficient event management 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Demonstrates key Java concepts 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Scalable and maintainable system </a:t>
            </a:r>
          </a:p>
          <a:p>
            <a:endParaRPr lang="en-IN" dirty="0"/>
          </a:p>
        </p:txBody>
      </p:sp>
      <p:sp>
        <p:nvSpPr>
          <p:cNvPr id="4" name="Freeform 5" descr="A D Patel Institute of Technology, CVM University">
            <a:extLst>
              <a:ext uri="{FF2B5EF4-FFF2-40B4-BE49-F238E27FC236}">
                <a16:creationId xmlns:a16="http://schemas.microsoft.com/office/drawing/2014/main" id="{7B7DF9A9-9CBF-D83D-804B-CAAE8479A76A}"/>
              </a:ext>
            </a:extLst>
          </p:cNvPr>
          <p:cNvSpPr/>
          <p:nvPr/>
        </p:nvSpPr>
        <p:spPr>
          <a:xfrm>
            <a:off x="159774" y="12813"/>
            <a:ext cx="1800000" cy="1800000"/>
          </a:xfrm>
          <a:custGeom>
            <a:avLst/>
            <a:gdLst/>
            <a:ahLst/>
            <a:cxnLst/>
            <a:rect l="l" t="t" r="r" b="b"/>
            <a:pathLst>
              <a:path w="3214688" h="3214688">
                <a:moveTo>
                  <a:pt x="0" y="0"/>
                </a:moveTo>
                <a:lnTo>
                  <a:pt x="3214687" y="0"/>
                </a:lnTo>
                <a:lnTo>
                  <a:pt x="3214687" y="3214688"/>
                </a:lnTo>
                <a:lnTo>
                  <a:pt x="0" y="32146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" name="Freeform 6" descr="CVM University">
            <a:extLst>
              <a:ext uri="{FF2B5EF4-FFF2-40B4-BE49-F238E27FC236}">
                <a16:creationId xmlns:a16="http://schemas.microsoft.com/office/drawing/2014/main" id="{83AF973B-DA80-218B-FAAD-DAD4850F98FF}"/>
              </a:ext>
            </a:extLst>
          </p:cNvPr>
          <p:cNvSpPr/>
          <p:nvPr/>
        </p:nvSpPr>
        <p:spPr>
          <a:xfrm>
            <a:off x="10140591" y="0"/>
            <a:ext cx="1800000" cy="1800000"/>
          </a:xfrm>
          <a:custGeom>
            <a:avLst/>
            <a:gdLst/>
            <a:ahLst/>
            <a:cxnLst/>
            <a:rect l="l" t="t" r="r" b="b"/>
            <a:pathLst>
              <a:path w="3214688" h="3214688">
                <a:moveTo>
                  <a:pt x="0" y="0"/>
                </a:moveTo>
                <a:lnTo>
                  <a:pt x="3214688" y="0"/>
                </a:lnTo>
                <a:lnTo>
                  <a:pt x="3214688" y="3214688"/>
                </a:lnTo>
                <a:lnTo>
                  <a:pt x="0" y="3214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776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0F43F-27EE-E381-B845-5BDB389C9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5F4A03-4A80-2FF9-F1CE-116D09F2CA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09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320</Words>
  <Application>Microsoft Office PowerPoint</Application>
  <PresentationFormat>Widescreen</PresentationFormat>
  <Paragraphs>93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Unicode MS</vt:lpstr>
      <vt:lpstr>Calibri</vt:lpstr>
      <vt:lpstr>Calibri Light</vt:lpstr>
      <vt:lpstr>Office Theme</vt:lpstr>
      <vt:lpstr>Event Management System Java-Based Implementation &amp; Concepts</vt:lpstr>
      <vt:lpstr>Introduction</vt:lpstr>
      <vt:lpstr>Objectives</vt:lpstr>
      <vt:lpstr>System Overview</vt:lpstr>
      <vt:lpstr>Inheritance</vt:lpstr>
      <vt:lpstr>Inner Class</vt:lpstr>
      <vt:lpstr>Exception Handling</vt:lpstr>
      <vt:lpstr>Packages</vt:lpstr>
      <vt:lpstr>Threading &amp; Collection API</vt:lpstr>
      <vt:lpstr>File Handling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ayaz vhora</dc:creator>
  <cp:lastModifiedBy>ayaz vhora</cp:lastModifiedBy>
  <cp:revision>1</cp:revision>
  <dcterms:created xsi:type="dcterms:W3CDTF">2026-04-01T18:30:18Z</dcterms:created>
  <dcterms:modified xsi:type="dcterms:W3CDTF">2026-04-01T19:03:31Z</dcterms:modified>
</cp:coreProperties>
</file>